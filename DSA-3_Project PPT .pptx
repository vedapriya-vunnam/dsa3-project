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4" r:id="rId5"/>
    <p:sldId id="258" r:id="rId6"/>
    <p:sldId id="261" r:id="rId7"/>
    <p:sldId id="265" r:id="rId8"/>
    <p:sldId id="270" r:id="rId9"/>
    <p:sldId id="259" r:id="rId10"/>
    <p:sldId id="267" r:id="rId11"/>
    <p:sldId id="266" r:id="rId12"/>
    <p:sldId id="260" r:id="rId13"/>
    <p:sldId id="262"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679160"/>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smtClean="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altLang="en-US" sz="4000" b="1" dirty="0">
                <a:solidFill>
                  <a:srgbClr val="C00000"/>
                </a:solidFill>
                <a:latin typeface="+mn-lt"/>
              </a:rPr>
              <a:t>Text Search and Intelligent Query Engine</a:t>
            </a:r>
            <a:endParaRPr lang="en-US" altLang="en-US" sz="4000" b="1" dirty="0">
              <a:solidFill>
                <a:srgbClr val="C00000"/>
              </a:solidFill>
              <a:latin typeface="+mn-lt"/>
            </a:endParaRPr>
          </a:p>
        </p:txBody>
      </p:sp>
      <p:sp>
        <p:nvSpPr>
          <p:cNvPr id="3" name="Subtitle 2"/>
          <p:cNvSpPr>
            <a:spLocks noGrp="1"/>
          </p:cNvSpPr>
          <p:nvPr>
            <p:ph type="subTitle" idx="1"/>
          </p:nvPr>
        </p:nvSpPr>
        <p:spPr>
          <a:xfrm>
            <a:off x="4002190" y="3129984"/>
            <a:ext cx="4551284" cy="1396014"/>
          </a:xfrm>
        </p:spPr>
        <p:txBody>
          <a:bodyPr/>
          <a:lstStyle/>
          <a:p>
            <a:pPr algn="ctr"/>
            <a:r>
              <a:rPr lang="en-US" dirty="0">
                <a:solidFill>
                  <a:srgbClr val="0070C0"/>
                </a:solidFill>
              </a:rPr>
              <a:t>Team Members </a:t>
            </a:r>
            <a:endParaRPr lang="en-US" dirty="0">
              <a:solidFill>
                <a:srgbClr val="0070C0"/>
              </a:solidFill>
            </a:endParaRPr>
          </a:p>
          <a:p>
            <a:pPr algn="ctr"/>
            <a:r>
              <a:rPr lang="en-US" sz="2000" dirty="0">
                <a:solidFill>
                  <a:srgbClr val="0070C0"/>
                </a:solidFill>
              </a:rPr>
              <a:t>       V.VedaPriya   2520030376 </a:t>
            </a:r>
            <a:endParaRPr lang="en-US" sz="2000" dirty="0">
              <a:solidFill>
                <a:srgbClr val="0070C0"/>
              </a:solidFill>
            </a:endParaRPr>
          </a:p>
          <a:p>
            <a:pPr algn="ctr"/>
            <a:r>
              <a:rPr lang="en-US" sz="2000" dirty="0">
                <a:solidFill>
                  <a:srgbClr val="0070C0"/>
                </a:solidFill>
                <a:sym typeface="+mn-ea"/>
              </a:rPr>
              <a:t>        M.Thanishka 2520030583</a:t>
            </a:r>
            <a:endParaRPr lang="en-US" sz="2000" dirty="0">
              <a:solidFill>
                <a:srgbClr val="0070C0"/>
              </a:solidFill>
            </a:endParaRPr>
          </a:p>
          <a:p>
            <a:pPr marL="171450" algn="ctr">
              <a:lnSpc>
                <a:spcPct val="107000"/>
              </a:lnSpc>
              <a:spcAft>
                <a:spcPts val="800"/>
              </a:spcAft>
            </a:pPr>
            <a:r>
              <a:rPr lang="en-US" sz="2000" dirty="0">
                <a:solidFill>
                  <a:srgbClr val="0070C0"/>
                </a:solidFill>
              </a:rPr>
              <a:t>     P.Hamsika     2520030586</a:t>
            </a:r>
            <a:endParaRPr lang="en-US" sz="2000" dirty="0">
              <a:solidFill>
                <a:srgbClr val="0070C0"/>
              </a:solidFill>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US" dirty="0">
                <a:solidFill>
                  <a:schemeClr val="tx1"/>
                </a:solidFill>
              </a:rPr>
              <a:t>Dr.Yamini Devi</a:t>
            </a:r>
            <a:endParaRPr lang="en-US" dirty="0">
              <a:solidFill>
                <a:schemeClr val="tx1"/>
              </a:solidFill>
            </a:endParaRPr>
          </a:p>
          <a:p>
            <a:r>
              <a:rPr lang="en-US"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sym typeface="+mn-ea"/>
              </a:rPr>
              <a:t> department  of CSE</a:t>
            </a:r>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endParaRPr lang="en-US" sz="3200" b="0" i="0" u="none" strike="noStrike" kern="1200" dirty="0">
              <a:solidFill>
                <a:srgbClr val="000000"/>
              </a:solidFill>
              <a:effectLst/>
              <a:latin typeface="Calibri" panose="020F0502020204030204" pitchFamily="34" charset="0"/>
            </a:endParaRP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endPar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endParaRPr lang="en-US" sz="32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5474" y="73919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Box 4"/>
          <p:cNvSpPr txBox="1"/>
          <p:nvPr/>
        </p:nvSpPr>
        <p:spPr>
          <a:xfrm>
            <a:off x="1488440" y="1830070"/>
            <a:ext cx="9412605" cy="5645785"/>
          </a:xfrm>
          <a:prstGeom prst="rect">
            <a:avLst/>
          </a:prstGeom>
        </p:spPr>
        <p:txBody>
          <a:bodyPr wrap="square">
            <a:noAutofit/>
          </a:bodyPr>
          <a:p>
            <a:pPr lvl="1" algn="just"/>
            <a:r>
              <a:rPr lang="en-US" altLang="en-US" sz="3200"/>
              <a:t>The Text Search and Intelligent Query Engine is a text-processing system that provides fast searching, spelling correction, and multiple keyword searching. It uses DSA-III algorithms such as KMP, Rabin-Karp, Z Algorithm, Aho-Corasick, Edit Distance, Suffix Array, and LCP Array. The system also compares the performance of different searching algorithms and demonstrates their practical use in text processing.</a:t>
            </a:r>
            <a:endParaRPr sz="3200"/>
          </a:p>
        </p:txBody>
      </p:sp>
      <p:sp>
        <p:nvSpPr>
          <p:cNvPr id="2" name="TextBox 1"/>
          <p:cNvSpPr txBox="1"/>
          <p:nvPr/>
        </p:nvSpPr>
        <p:spPr>
          <a:xfrm>
            <a:off x="2660072" y="739198"/>
            <a:ext cx="6871855" cy="584775"/>
          </a:xfrm>
          <a:prstGeom prst="rect">
            <a:avLst/>
          </a:prstGeom>
          <a:noFill/>
        </p:spPr>
        <p:txBody>
          <a:bodyPr wrap="square" rtlCol="0">
            <a:spAutoFit/>
          </a:bodyPr>
          <a:lstStyle/>
          <a:p>
            <a:pPr algn="ctr"/>
            <a:r>
              <a:rPr lang="en-US" sz="3200" b="1" dirty="0">
                <a:solidFill>
                  <a:schemeClr val="bg1"/>
                </a:solidFill>
              </a:rPr>
              <a:t>Abstract</a:t>
            </a:r>
            <a:endParaRPr lang="en-US" sz="3200" b="1"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59378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76582" y="594015"/>
            <a:ext cx="6871855" cy="584775"/>
          </a:xfrm>
          <a:prstGeom prst="rect">
            <a:avLst/>
          </a:prstGeom>
          <a:noFill/>
        </p:spPr>
        <p:txBody>
          <a:bodyPr wrap="square" rtlCol="0">
            <a:spAutoFit/>
          </a:bodyPr>
          <a:lstStyle/>
          <a:p>
            <a:pPr algn="ctr"/>
            <a:r>
              <a:rPr lang="en-US" sz="3200" b="1" dirty="0">
                <a:solidFill>
                  <a:schemeClr val="bg1"/>
                </a:solidFill>
              </a:rPr>
              <a:t>Introduction</a:t>
            </a:r>
            <a:endParaRPr lang="en-US" sz="3200" b="1" dirty="0">
              <a:solidFill>
                <a:schemeClr val="bg1"/>
              </a:solidFill>
            </a:endParaRPr>
          </a:p>
        </p:txBody>
      </p:sp>
      <p:sp>
        <p:nvSpPr>
          <p:cNvPr id="4" name="Text Box 3"/>
          <p:cNvSpPr txBox="1"/>
          <p:nvPr/>
        </p:nvSpPr>
        <p:spPr>
          <a:xfrm>
            <a:off x="1438910" y="1646555"/>
            <a:ext cx="9346565" cy="14118590"/>
          </a:xfrm>
          <a:prstGeom prst="rect">
            <a:avLst/>
          </a:prstGeom>
        </p:spPr>
        <p:txBody>
          <a:bodyPr>
            <a:noAutofit/>
          </a:bodyPr>
          <a:p>
            <a:pPr algn="just"/>
            <a:r>
              <a:rPr lang="en-US" altLang="en-US" sz="3200"/>
              <a:t>Text searching is widely used in search engines, text editors, and document systems. Basic searching methods can become inefficient when the amount of text increases. Our project uses advanced string algorithms to perform faster searching, correct spelling mistakes, search multiple keywords, and analyze text efficiently.</a:t>
            </a:r>
            <a:endParaRPr sz="3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5474" y="73919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672120"/>
            <a:ext cx="6871855" cy="584775"/>
          </a:xfrm>
          <a:prstGeom prst="rect">
            <a:avLst/>
          </a:prstGeom>
          <a:noFill/>
        </p:spPr>
        <p:txBody>
          <a:bodyPr wrap="square" rtlCol="0">
            <a:spAutoFit/>
          </a:bodyPr>
          <a:lstStyle/>
          <a:p>
            <a:pPr algn="ctr"/>
            <a:r>
              <a:rPr lang="en-US" sz="3200" b="1" dirty="0">
                <a:solidFill>
                  <a:schemeClr val="bg1"/>
                </a:solidFill>
              </a:rPr>
              <a:t>Literature Survey</a:t>
            </a:r>
            <a:endParaRPr lang="en-US" sz="3200" b="1" dirty="0">
              <a:solidFill>
                <a:schemeClr val="bg1"/>
              </a:solidFill>
            </a:endParaRPr>
          </a:p>
        </p:txBody>
      </p:sp>
      <p:sp>
        <p:nvSpPr>
          <p:cNvPr id="4" name="Text Box 3"/>
          <p:cNvSpPr txBox="1"/>
          <p:nvPr/>
        </p:nvSpPr>
        <p:spPr>
          <a:xfrm>
            <a:off x="1720215" y="1752600"/>
            <a:ext cx="9286875" cy="5664835"/>
          </a:xfrm>
          <a:prstGeom prst="rect">
            <a:avLst/>
          </a:prstGeom>
        </p:spPr>
        <p:txBody>
          <a:bodyPr wrap="square">
            <a:noAutofit/>
          </a:bodyPr>
          <a:p>
            <a:pPr algn="just"/>
            <a:r>
              <a:rPr lang="en-US" altLang="en-US" sz="3200"/>
              <a:t>Traditional text-search systems commonly use basic pattern matching and indexing techniques. Algorithms such as KMP, Rabin-Karp, and Aho-Corasick provide more efficient searching methods, while Edit Distance is useful for spelling correction. Our project combines these techniques with Suffix Array and LCP to create a single system for different text-processing tasks.</a:t>
            </a:r>
            <a:endParaRPr sz="3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808662" y="640138"/>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640039"/>
            <a:ext cx="6871855" cy="583565"/>
          </a:xfrm>
          <a:prstGeom prst="rect">
            <a:avLst/>
          </a:prstGeom>
          <a:noFill/>
        </p:spPr>
        <p:txBody>
          <a:bodyPr wrap="square" rtlCol="0">
            <a:spAutoFit/>
          </a:bodyPr>
          <a:lstStyle/>
          <a:p>
            <a:pPr algn="ctr"/>
            <a:r>
              <a:rPr lang="en-US" sz="3200" b="1" dirty="0">
                <a:solidFill>
                  <a:schemeClr val="bg1"/>
                </a:solidFill>
              </a:rPr>
              <a:t>Problem Statement </a:t>
            </a:r>
            <a:endParaRPr lang="en-US" sz="3200" b="1" dirty="0">
              <a:solidFill>
                <a:schemeClr val="bg1"/>
              </a:solidFill>
            </a:endParaRPr>
          </a:p>
        </p:txBody>
      </p:sp>
      <p:sp>
        <p:nvSpPr>
          <p:cNvPr id="4" name="Text Box 3"/>
          <p:cNvSpPr txBox="1"/>
          <p:nvPr/>
        </p:nvSpPr>
        <p:spPr>
          <a:xfrm>
            <a:off x="1905635" y="1517650"/>
            <a:ext cx="8670925" cy="5071745"/>
          </a:xfrm>
          <a:prstGeom prst="rect">
            <a:avLst/>
          </a:prstGeom>
        </p:spPr>
        <p:txBody>
          <a:bodyPr wrap="square">
            <a:noAutofit/>
          </a:bodyPr>
          <a:p>
            <a:pPr algn="just"/>
            <a:r>
              <a:rPr sz="3200"/>
              <a:t>Searching and analyzing large amounts of text efficiently can be challenging using basic searching techniques. Users may also enter incorrect spellings or search for multiple keywords at the same time. Therefore, there is a need </a:t>
            </a:r>
            <a:r>
              <a:rPr sz="2800"/>
              <a:t>for </a:t>
            </a:r>
            <a:r>
              <a:rPr sz="3200"/>
              <a:t>a system that can perform fast pattern </a:t>
            </a:r>
            <a:r>
              <a:rPr sz="3200"/>
              <a:t>searching, spelling correction, multiple keyword searching, and text analysis using efficient DSA techniques.</a:t>
            </a:r>
            <a:endParaRPr sz="3200"/>
          </a:p>
          <a:p>
            <a:pPr algn="just">
              <a:spcAft>
                <a:spcPct val="60000"/>
              </a:spcAft>
            </a:pPr>
            <a:endParaRPr sz="3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3565"/>
          </a:xfrm>
          <a:prstGeom prst="rect">
            <a:avLst/>
          </a:prstGeom>
          <a:noFill/>
        </p:spPr>
        <p:txBody>
          <a:bodyPr wrap="square" rtlCol="0">
            <a:spAutoFit/>
          </a:bodyPr>
          <a:lstStyle/>
          <a:p>
            <a:pPr algn="ctr"/>
            <a:r>
              <a:rPr lang="en-US" sz="3200" b="1" dirty="0">
                <a:solidFill>
                  <a:schemeClr val="bg1"/>
                </a:solidFill>
              </a:rPr>
              <a:t> Objectives</a:t>
            </a:r>
            <a:endParaRPr lang="en-US" sz="3200" b="1" dirty="0">
              <a:solidFill>
                <a:schemeClr val="bg1"/>
              </a:solidFill>
            </a:endParaRPr>
          </a:p>
        </p:txBody>
      </p:sp>
      <p:sp>
        <p:nvSpPr>
          <p:cNvPr id="4" name="Text Box 3"/>
          <p:cNvSpPr txBox="1"/>
          <p:nvPr/>
        </p:nvSpPr>
        <p:spPr>
          <a:xfrm>
            <a:off x="2416810" y="1319530"/>
            <a:ext cx="7579360" cy="5711190"/>
          </a:xfrm>
          <a:prstGeom prst="rect">
            <a:avLst/>
          </a:prstGeom>
        </p:spPr>
        <p:txBody>
          <a:bodyPr wrap="square">
            <a:noAutofit/>
          </a:bodyPr>
          <a:p>
            <a:pPr marL="457200" indent="-457200" algn="just">
              <a:spcAft>
                <a:spcPct val="60000"/>
              </a:spcAft>
              <a:buFont typeface="Arial" panose="020B0604020202020204" pitchFamily="34" charset="0"/>
              <a:buChar char="•"/>
            </a:pPr>
            <a:r>
              <a:rPr lang="en-US" altLang="en-US" sz="3200"/>
              <a:t>Implement efficient pattern searching.</a:t>
            </a:r>
            <a:endParaRPr lang="en-US" altLang="en-US" sz="3200"/>
          </a:p>
          <a:p>
            <a:pPr marL="457200" indent="-457200" algn="just">
              <a:spcAft>
                <a:spcPct val="60000"/>
              </a:spcAft>
              <a:buFont typeface="Arial" panose="020B0604020202020204" pitchFamily="34" charset="0"/>
              <a:buChar char="•"/>
            </a:pPr>
            <a:r>
              <a:rPr lang="en-US" altLang="en-US" sz="3200"/>
              <a:t>Provide spelling correction.</a:t>
            </a:r>
            <a:endParaRPr lang="en-US" altLang="en-US" sz="3200"/>
          </a:p>
          <a:p>
            <a:pPr marL="457200" indent="-457200" algn="just">
              <a:spcAft>
                <a:spcPct val="60000"/>
              </a:spcAft>
              <a:buFont typeface="Arial" panose="020B0604020202020204" pitchFamily="34" charset="0"/>
              <a:buChar char="•"/>
            </a:pPr>
            <a:r>
              <a:rPr lang="en-US" altLang="en-US" sz="3200"/>
              <a:t>Search multiple keywords simultaneously.</a:t>
            </a:r>
            <a:endParaRPr lang="en-US" altLang="en-US" sz="3200"/>
          </a:p>
          <a:p>
            <a:pPr marL="457200" indent="-457200" algn="just">
              <a:spcAft>
                <a:spcPct val="60000"/>
              </a:spcAft>
              <a:buFont typeface="Arial" panose="020B0604020202020204" pitchFamily="34" charset="0"/>
              <a:buChar char="•"/>
            </a:pPr>
            <a:r>
              <a:rPr lang="en-US" altLang="en-US" sz="3200"/>
              <a:t>Perform text analysis using Suffix Array and LCP.</a:t>
            </a:r>
            <a:endParaRPr lang="en-US" altLang="en-US" sz="3200"/>
          </a:p>
          <a:p>
            <a:pPr marL="457200" indent="-457200" algn="just">
              <a:spcAft>
                <a:spcPct val="60000"/>
              </a:spcAft>
              <a:buFont typeface="Arial" panose="020B0604020202020204" pitchFamily="34" charset="0"/>
              <a:buChar char="•"/>
            </a:pPr>
            <a:r>
              <a:rPr lang="en-US" altLang="en-US" sz="3200"/>
              <a:t>Compare the performance of different algorithms.</a:t>
            </a:r>
            <a:endParaRPr sz="3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endParaRPr lang="en-US" sz="3200" b="1" dirty="0">
              <a:solidFill>
                <a:schemeClr val="bg1"/>
              </a:solidFill>
            </a:endParaRPr>
          </a:p>
        </p:txBody>
      </p:sp>
      <p:pic>
        <p:nvPicPr>
          <p:cNvPr id="5" name="Picture 4" descr="ChatGPT Image Aug 26, 2026, 01_44_42 PM"/>
          <p:cNvPicPr>
            <a:picLocks noChangeAspect="1"/>
          </p:cNvPicPr>
          <p:nvPr/>
        </p:nvPicPr>
        <p:blipFill>
          <a:blip r:embed="rId1"/>
          <a:stretch>
            <a:fillRect/>
          </a:stretch>
        </p:blipFill>
        <p:spPr>
          <a:xfrm>
            <a:off x="2032635" y="975360"/>
            <a:ext cx="8126730" cy="54171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73919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739430"/>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 Box 3"/>
          <p:cNvSpPr txBox="1"/>
          <p:nvPr/>
        </p:nvSpPr>
        <p:spPr>
          <a:xfrm>
            <a:off x="2378075" y="1838325"/>
            <a:ext cx="8321675" cy="7830185"/>
          </a:xfrm>
          <a:prstGeom prst="rect">
            <a:avLst/>
          </a:prstGeom>
        </p:spPr>
        <p:txBody>
          <a:bodyPr>
            <a:noAutofit/>
          </a:bodyPr>
          <a:p>
            <a:pPr algn="just"/>
            <a:r>
              <a:rPr sz="3200"/>
              <a:t>The system performs pattern searching, spelling correction, multiple keyword searching, and text analysis successfully. KMP, Rabin-Karp, and Z Algorithm are used for pattern searching, Edit Distance for spelling correction, and Aho-Corasick for multiple keywords. The system also compares the execution time of different algorithms.</a:t>
            </a:r>
            <a:endParaRPr sz="3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 Box 3"/>
          <p:cNvSpPr txBox="1"/>
          <p:nvPr/>
        </p:nvSpPr>
        <p:spPr>
          <a:xfrm>
            <a:off x="2717800" y="1156335"/>
            <a:ext cx="7917815" cy="5517515"/>
          </a:xfrm>
          <a:prstGeom prst="rect">
            <a:avLst/>
          </a:prstGeom>
        </p:spPr>
        <p:txBody>
          <a:bodyPr wrap="square">
            <a:noAutofit/>
          </a:bodyPr>
          <a:p>
            <a:pPr algn="just">
              <a:spcAft>
                <a:spcPct val="60000"/>
              </a:spcAft>
            </a:pPr>
            <a:r>
              <a:rPr lang="en-US" altLang="en-US" sz="3200"/>
              <a:t>Hardware:</a:t>
            </a:r>
            <a:endParaRPr lang="en-US" altLang="en-US" sz="3200"/>
          </a:p>
          <a:p>
            <a:pPr algn="just">
              <a:spcAft>
                <a:spcPct val="60000"/>
              </a:spcAft>
            </a:pPr>
            <a:r>
              <a:rPr lang="en-US" altLang="en-US" sz="3200"/>
              <a:t>A basic computer with 4 GB RAM, Intel i3 or equivalent processor, and sufficient storage is enough for the project.</a:t>
            </a:r>
            <a:endParaRPr lang="en-US" altLang="en-US" sz="3200"/>
          </a:p>
          <a:p>
            <a:pPr algn="just">
              <a:spcAft>
                <a:spcPct val="60000"/>
              </a:spcAft>
            </a:pPr>
            <a:r>
              <a:rPr lang="en-US" altLang="en-US" sz="3200"/>
              <a:t>Software:</a:t>
            </a:r>
            <a:endParaRPr lang="en-US" altLang="en-US" sz="3200"/>
          </a:p>
          <a:p>
            <a:pPr algn="just">
              <a:spcAft>
                <a:spcPct val="60000"/>
              </a:spcAft>
            </a:pPr>
            <a:r>
              <a:rPr lang="en-US" altLang="en-US" sz="3200"/>
              <a:t>Java is used for algorithm implementation, with HTML, CSS, and JavaScript for the interface. VS Code/IntelliJ can be used for development, along with a web browser.</a:t>
            </a:r>
            <a:endParaRPr sz="3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5474" y="106241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532437" y="1062298"/>
            <a:ext cx="6871855" cy="584775"/>
          </a:xfrm>
          <a:prstGeom prst="rect">
            <a:avLst/>
          </a:prstGeom>
          <a:noFill/>
        </p:spPr>
        <p:txBody>
          <a:bodyPr wrap="square" rtlCol="0">
            <a:spAutoFit/>
          </a:bodyPr>
          <a:lstStyle/>
          <a:p>
            <a:pPr algn="ctr"/>
            <a:r>
              <a:rPr lang="en-US" sz="3200" b="1" dirty="0">
                <a:solidFill>
                  <a:schemeClr val="bg1"/>
                </a:solidFill>
              </a:rPr>
              <a:t>Conclusion</a:t>
            </a:r>
            <a:endParaRPr lang="en-US" sz="3200" b="1" dirty="0">
              <a:solidFill>
                <a:schemeClr val="bg1"/>
              </a:solidFill>
            </a:endParaRPr>
          </a:p>
        </p:txBody>
      </p:sp>
      <p:sp>
        <p:nvSpPr>
          <p:cNvPr id="4" name="Text Box 3"/>
          <p:cNvSpPr txBox="1"/>
          <p:nvPr/>
        </p:nvSpPr>
        <p:spPr>
          <a:xfrm>
            <a:off x="1929130" y="2541270"/>
            <a:ext cx="8996045" cy="6894830"/>
          </a:xfrm>
          <a:prstGeom prst="rect">
            <a:avLst/>
          </a:prstGeom>
        </p:spPr>
        <p:txBody>
          <a:bodyPr>
            <a:noAutofit/>
          </a:bodyPr>
          <a:p>
            <a:pPr algn="just"/>
            <a:r>
              <a:rPr sz="3200"/>
              <a:t>The project demonstrates the practical application of DSA-III algorithms in text processing. By combining different algorithms, the system provides efficient searching, spelling correction, multiple keyword searching, and text analysis. It also helps compare the practical performance of different algorithm</a:t>
            </a:r>
            <a:endParaRPr sz="3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5474" y="95636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729922" y="888829"/>
            <a:ext cx="6871855" cy="584775"/>
          </a:xfrm>
          <a:prstGeom prst="rect">
            <a:avLst/>
          </a:prstGeom>
          <a:noFill/>
        </p:spPr>
        <p:txBody>
          <a:bodyPr wrap="square" rtlCol="0">
            <a:spAutoFit/>
          </a:bodyPr>
          <a:lstStyle/>
          <a:p>
            <a:pPr algn="ctr"/>
            <a:r>
              <a:rPr lang="en-US" sz="3200" b="1" dirty="0">
                <a:solidFill>
                  <a:schemeClr val="bg1"/>
                </a:solidFill>
              </a:rPr>
              <a:t> Future Scope</a:t>
            </a:r>
            <a:endParaRPr lang="en-US" sz="3200" b="1" dirty="0">
              <a:solidFill>
                <a:schemeClr val="bg1"/>
              </a:solidFill>
            </a:endParaRPr>
          </a:p>
        </p:txBody>
      </p:sp>
      <p:sp>
        <p:nvSpPr>
          <p:cNvPr id="2" name="Text Box 1"/>
          <p:cNvSpPr txBox="1"/>
          <p:nvPr/>
        </p:nvSpPr>
        <p:spPr>
          <a:xfrm>
            <a:off x="2150110" y="2442210"/>
            <a:ext cx="8857615" cy="3046095"/>
          </a:xfrm>
          <a:prstGeom prst="rect">
            <a:avLst/>
          </a:prstGeom>
        </p:spPr>
        <p:txBody>
          <a:bodyPr wrap="square">
            <a:spAutoFit/>
          </a:bodyPr>
          <a:p>
            <a:pPr algn="just"/>
            <a:r>
              <a:rPr sz="3200"/>
              <a:t>The project can be extended with AI-based search suggestions, semantic search, plagiarism detection, document ranking, and multilingual support. It can also be improved to handle larger document collections and provide more intelligent search results.</a:t>
            </a:r>
            <a:endParaRPr sz="3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3424</Words>
  <Application>WPS Presentation</Application>
  <PresentationFormat>Widescreen</PresentationFormat>
  <Paragraphs>70</Paragraphs>
  <Slides>13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SimSun</vt:lpstr>
      <vt:lpstr>Wingdings</vt:lpstr>
      <vt:lpstr>Times New Roman</vt:lpstr>
      <vt:lpstr>Gautami</vt:lpstr>
      <vt:lpstr>Segoe UI Symbol</vt:lpstr>
      <vt:lpstr>Calibri</vt:lpstr>
      <vt:lpstr>Microsoft YaHei</vt:lpstr>
      <vt:lpstr>Arial Unicode MS</vt:lpstr>
      <vt:lpstr>Calibri Light</vt:lpstr>
      <vt:lpstr>Office Theme</vt:lpstr>
      <vt:lpstr>       Data Structures and Algorithms -3 (25CS2103E)  Text Search and Intelligent Query Engine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THANU</cp:lastModifiedBy>
  <cp:revision>22</cp:revision>
  <dcterms:created xsi:type="dcterms:W3CDTF">2024-08-29T05:25:00Z</dcterms:created>
  <dcterms:modified xsi:type="dcterms:W3CDTF">2026-08-26T08:15:31Z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24DE258D7BDF438C83951788BD7E8720_13</vt:lpwstr>
  </property>
  <property fmtid="{D5CDD505-2E9C-101B-9397-08002B2CF9AE}" pid="3" name="KSOProductBuildVer">
    <vt:lpwstr>1033-12.1.0.28032</vt:lpwstr>
  </property>
</Properties>
</file>